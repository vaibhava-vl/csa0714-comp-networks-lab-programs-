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35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8D7518EC-2C59-44CF-9988-2E54DA6D5C1F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B84C0B0-11B0-40EA-9999-3C1214B3A185}" type="datetimeFigureOut">
              <a:rPr lang="en-IN" smtClean="0"/>
              <a:t>24-07-2026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1052736"/>
            <a:ext cx="7344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6G COMMUNICATION ARCHITECTURE COMPARED WITH THE OSI MODEL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9660" y="2921512"/>
            <a:ext cx="3300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CSA0714-COMPUTER NETWORKS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075352" y="3501008"/>
            <a:ext cx="268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TECHNICAL PRESENTATION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056200" y="4437112"/>
            <a:ext cx="2433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DONE BY:</a:t>
            </a:r>
          </a:p>
          <a:p>
            <a:r>
              <a:rPr lang="en-US" dirty="0"/>
              <a:t> </a:t>
            </a:r>
            <a:r>
              <a:rPr lang="en-US" dirty="0" smtClean="0"/>
              <a:t>   VAIBHAVA LAKSHMI 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96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764704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 smtClean="0">
                <a:latin typeface="Times New Roman" pitchFamily="18" charset="0"/>
                <a:cs typeface="Times New Roman" pitchFamily="18" charset="0"/>
              </a:rPr>
              <a:t>Introduction: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5632" y="1844824"/>
            <a:ext cx="70567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6G (Sixth Generation)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next evolution of wireless communication expected around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2030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aims to provide: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Ultra-high speed (up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Tbps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Near-zero latency (&lt;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0.1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AI-driven networking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Massive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connectivity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Secure and intelligent communication.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OSI (Open Systems Interconnection) 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7-layer reference model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that explains how data is transmitted between devices.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Understanding how 6G maps to the OSI model helps explain how future communication systems work efficiently.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67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8240" y="620688"/>
            <a:ext cx="6208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smtClean="0">
                <a:latin typeface="Times New Roman" pitchFamily="18" charset="0"/>
                <a:cs typeface="Times New Roman" pitchFamily="18" charset="0"/>
              </a:rPr>
              <a:t>6G Communication Architecture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60821"/>
              </p:ext>
            </p:extLst>
          </p:nvPr>
        </p:nvGraphicFramePr>
        <p:xfrm>
          <a:off x="395536" y="1628800"/>
          <a:ext cx="7848872" cy="4661114"/>
        </p:xfrm>
        <a:graphic>
          <a:graphicData uri="http://schemas.openxmlformats.org/drawingml/2006/table">
            <a:tbl>
              <a:tblPr/>
              <a:tblGrid>
                <a:gridCol w="3924436"/>
                <a:gridCol w="3924436"/>
              </a:tblGrid>
              <a:tr h="404616">
                <a:tc>
                  <a:txBody>
                    <a:bodyPr/>
                    <a:lstStyle/>
                    <a:p>
                      <a:r>
                        <a:rPr lang="en-IN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08079">
                <a:tc>
                  <a:txBody>
                    <a:bodyPr/>
                    <a:lstStyle/>
                    <a:p>
                      <a:r>
                        <a:rPr lang="en-IN" b="1" dirty="0"/>
                        <a:t>Application Layer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Smart healthcare, autonomous vehicles, holographic communication, smart cities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08079">
                <a:tc>
                  <a:txBody>
                    <a:bodyPr/>
                    <a:lstStyle/>
                    <a:p>
                      <a:r>
                        <a:rPr lang="en-IN" b="1"/>
                        <a:t>Service &amp; AI Layer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AI-based network management, resource allocation, intelligent decision making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08079">
                <a:tc>
                  <a:txBody>
                    <a:bodyPr/>
                    <a:lstStyle/>
                    <a:p>
                      <a:r>
                        <a:rPr lang="en-IN" b="1"/>
                        <a:t>Network Layer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Routing, mobility management, security, edge/cloud computing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08079">
                <a:tc>
                  <a:txBody>
                    <a:bodyPr/>
                    <a:lstStyle/>
                    <a:p>
                      <a:r>
                        <a:rPr lang="en-IN" b="1"/>
                        <a:t>Access Layer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Base stations, satellites, UAVs, Wi-Fi, IoT 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011540">
                <a:tc>
                  <a:txBody>
                    <a:bodyPr/>
                    <a:lstStyle/>
                    <a:p>
                      <a:r>
                        <a:rPr lang="en-IN" b="1"/>
                        <a:t>Physical Layer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Terahertz communication, massive MIMO, intelligent reflecting surfaces (IRS), ultra-fast wireless transmission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21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764704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smtClean="0">
                <a:latin typeface="Times New Roman" pitchFamily="18" charset="0"/>
                <a:cs typeface="Times New Roman" pitchFamily="18" charset="0"/>
              </a:rPr>
              <a:t>OSI Model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74725"/>
              </p:ext>
            </p:extLst>
          </p:nvPr>
        </p:nvGraphicFramePr>
        <p:xfrm>
          <a:off x="251520" y="1700808"/>
          <a:ext cx="8064896" cy="4183630"/>
        </p:xfrm>
        <a:graphic>
          <a:graphicData uri="http://schemas.openxmlformats.org/drawingml/2006/table">
            <a:tbl>
              <a:tblPr/>
              <a:tblGrid>
                <a:gridCol w="4032448"/>
                <a:gridCol w="4032448"/>
              </a:tblGrid>
              <a:tr h="416888">
                <a:tc>
                  <a:txBody>
                    <a:bodyPr/>
                    <a:lstStyle/>
                    <a:p>
                      <a:r>
                        <a:rPr lang="en-IN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Main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6888">
                <a:tc>
                  <a:txBody>
                    <a:bodyPr/>
                    <a:lstStyle/>
                    <a:p>
                      <a:r>
                        <a:rPr lang="en-IN" b="1"/>
                        <a:t>Application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 applications and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6888">
                <a:tc>
                  <a:txBody>
                    <a:bodyPr/>
                    <a:lstStyle/>
                    <a:p>
                      <a:r>
                        <a:rPr lang="en-IN" b="1" dirty="0"/>
                        <a:t>Presentation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formatting, encryption, compression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9555">
                <a:tc>
                  <a:txBody>
                    <a:bodyPr/>
                    <a:lstStyle/>
                    <a:p>
                      <a:r>
                        <a:rPr lang="en-IN" b="1"/>
                        <a:t>Session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Connection establishment and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6888">
                <a:tc>
                  <a:txBody>
                    <a:bodyPr/>
                    <a:lstStyle/>
                    <a:p>
                      <a:r>
                        <a:rPr lang="en-IN" b="1"/>
                        <a:t>Transport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Reliable data transfer and error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6888">
                <a:tc>
                  <a:txBody>
                    <a:bodyPr/>
                    <a:lstStyle/>
                    <a:p>
                      <a:r>
                        <a:rPr lang="en-IN" b="1"/>
                        <a:t>Network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Routing and logical addressing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6888">
                <a:tc>
                  <a:txBody>
                    <a:bodyPr/>
                    <a:lstStyle/>
                    <a:p>
                      <a:r>
                        <a:rPr lang="en-IN" b="1"/>
                        <a:t>Data Link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Error detection and frame transmission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9555">
                <a:tc>
                  <a:txBody>
                    <a:bodyPr/>
                    <a:lstStyle/>
                    <a:p>
                      <a:r>
                        <a:rPr lang="en-IN" b="1"/>
                        <a:t>Physical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Transmission of bits through communication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58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620688"/>
            <a:ext cx="5509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 smtClean="0">
                <a:latin typeface="Times New Roman" pitchFamily="18" charset="0"/>
                <a:cs typeface="Times New Roman" pitchFamily="18" charset="0"/>
              </a:rPr>
              <a:t>Comparison – 6G vs OSI Model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82197"/>
              </p:ext>
            </p:extLst>
          </p:nvPr>
        </p:nvGraphicFramePr>
        <p:xfrm>
          <a:off x="395536" y="1772816"/>
          <a:ext cx="7776864" cy="3417700"/>
        </p:xfrm>
        <a:graphic>
          <a:graphicData uri="http://schemas.openxmlformats.org/drawingml/2006/table">
            <a:tbl>
              <a:tblPr/>
              <a:tblGrid>
                <a:gridCol w="3888432"/>
                <a:gridCol w="3888432"/>
              </a:tblGrid>
              <a:tr h="3694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OSI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6G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9481">
                <a:tc>
                  <a:txBody>
                    <a:bodyPr/>
                    <a:lstStyle/>
                    <a:p>
                      <a:r>
                        <a:rPr lang="en-IN"/>
                        <a:t>Standard reference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Practical communication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481">
                <a:tc>
                  <a:txBody>
                    <a:bodyPr/>
                    <a:lstStyle/>
                    <a:p>
                      <a:r>
                        <a:rPr lang="en-IN"/>
                        <a:t>7 fixed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Flexible AI-enabled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592">
                <a:tc>
                  <a:txBody>
                    <a:bodyPr/>
                    <a:lstStyle/>
                    <a:p>
                      <a:r>
                        <a:rPr lang="en-IN"/>
                        <a:t>General networking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Designed specifically for future wireless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481">
                <a:tc>
                  <a:txBody>
                    <a:bodyPr/>
                    <a:lstStyle/>
                    <a:p>
                      <a:r>
                        <a:rPr lang="en-IN"/>
                        <a:t>No AI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AI integrated into every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592">
                <a:tc>
                  <a:txBody>
                    <a:bodyPr/>
                    <a:lstStyle/>
                    <a:p>
                      <a:r>
                        <a:rPr lang="en-IN"/>
                        <a:t>Uses conventional radio frequencies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Terahertz spectrum and advanced technologies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592">
                <a:tc>
                  <a:txBody>
                    <a:bodyPr/>
                    <a:lstStyle/>
                    <a:p>
                      <a:r>
                        <a:rPr lang="en-IN"/>
                        <a:t>Focus on communication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Focus on intelligent, adaptive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23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980728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3624" y="1988840"/>
            <a:ext cx="7368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OSI model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provides the fundamental framework for understanding network communication.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6G architecture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builds upon these principles by integrating: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1.Artificial Intelligence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2.Terahertz communication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3.Edge computing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4.Satellite integration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5.Intelligent network automation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Compared to the OSI model,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6G is more flexible, intelligent, faster, and capable of supporting future technologies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such as holographic communication, digital twins, and fully autonomous systems.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9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53</TotalTime>
  <Words>356</Words>
  <Application>Microsoft Office PowerPoint</Application>
  <PresentationFormat>On-screen Show (4:3)</PresentationFormat>
  <Paragraphs>69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Adjacency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2026-07-14T11:29:43Z</dcterms:created>
  <dcterms:modified xsi:type="dcterms:W3CDTF">2026-07-24T06:22:29Z</dcterms:modified>
</cp:coreProperties>
</file>